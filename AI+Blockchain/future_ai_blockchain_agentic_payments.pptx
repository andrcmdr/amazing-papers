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neon_cyberpunk_presentation_slide_title_car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wide_neon_cyberpunk_presentation_slide_infogr_2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futuristic_neon_cyberpunk_presentation_slide_inf_3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futuristic_cyberpunk_slide_infographic_style_4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wide_futuristic_neon_presentation_slide_infog_5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futuristic_cyberpunk_style_presentation_slide_6_batch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high_tech_neon_presentation_slide_ui_design_im_7_batch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futuristic_neon_cyberpunk_style_presentation_sli_8_batch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futuristic_neon_presentation_slide_infograp_9_batch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widescreen_futuristic_neon_presentation_slide_10_batch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Future of AI + Blockchain</dc:title>
  <dc:subject>The Future of AI + Blockchain</dc:subject>
  <dc:creator>OpenAI</dc:creator>
  <cp:lastModifiedBy>OpenAI</cp:lastModifiedBy>
  <cp:revision>1</cp:revision>
  <dcterms:created xsi:type="dcterms:W3CDTF">2026-04-23T23:09:32Z</dcterms:created>
  <dcterms:modified xsi:type="dcterms:W3CDTF">2026-04-23T23:09:32Z</dcterms:modified>
</cp:coreProperties>
</file>